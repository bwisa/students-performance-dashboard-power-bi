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71B2-4F3E-4323-9AE2-D9A9E521C02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55CBC-CDCC-429D-A15F-789C0A50F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357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71B2-4F3E-4323-9AE2-D9A9E521C02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55CBC-CDCC-429D-A15F-789C0A50F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278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71B2-4F3E-4323-9AE2-D9A9E521C02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55CBC-CDCC-429D-A15F-789C0A50F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128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71B2-4F3E-4323-9AE2-D9A9E521C02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55CBC-CDCC-429D-A15F-789C0A50F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670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71B2-4F3E-4323-9AE2-D9A9E521C02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55CBC-CDCC-429D-A15F-789C0A50F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369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71B2-4F3E-4323-9AE2-D9A9E521C02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55CBC-CDCC-429D-A15F-789C0A50F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540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71B2-4F3E-4323-9AE2-D9A9E521C02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55CBC-CDCC-429D-A15F-789C0A50F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041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71B2-4F3E-4323-9AE2-D9A9E521C02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55CBC-CDCC-429D-A15F-789C0A50F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032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71B2-4F3E-4323-9AE2-D9A9E521C02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55CBC-CDCC-429D-A15F-789C0A50F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23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71B2-4F3E-4323-9AE2-D9A9E521C02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55CBC-CDCC-429D-A15F-789C0A50F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547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71B2-4F3E-4323-9AE2-D9A9E521C02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55CBC-CDCC-429D-A15F-789C0A50F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415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371B2-4F3E-4323-9AE2-D9A9E521C02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55CBC-CDCC-429D-A15F-789C0A50F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252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7063" y="3497534"/>
            <a:ext cx="9144000" cy="165576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42861"/>
            <a:ext cx="12192000" cy="130138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>
            <a:stCxn id="5" idx="1"/>
            <a:endCxn id="5" idx="3"/>
          </p:cNvCxnSpPr>
          <p:nvPr/>
        </p:nvCxnSpPr>
        <p:spPr>
          <a:xfrm>
            <a:off x="0" y="693555"/>
            <a:ext cx="12192000" cy="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154713" y="1381396"/>
            <a:ext cx="11921761" cy="5304155"/>
            <a:chOff x="154713" y="1381396"/>
            <a:chExt cx="11921761" cy="5304155"/>
          </a:xfrm>
        </p:grpSpPr>
        <p:sp>
          <p:nvSpPr>
            <p:cNvPr id="8" name="Rectangle 7"/>
            <p:cNvSpPr/>
            <p:nvPr/>
          </p:nvSpPr>
          <p:spPr>
            <a:xfrm>
              <a:off x="154714" y="1381396"/>
              <a:ext cx="3507578" cy="260604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869260" y="1381396"/>
              <a:ext cx="4270248" cy="26060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328387" y="1381396"/>
              <a:ext cx="3748087" cy="26060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4713" y="4067446"/>
              <a:ext cx="3507579" cy="26060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869260" y="4079511"/>
              <a:ext cx="4270248" cy="26060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328386" y="4079511"/>
              <a:ext cx="3748088" cy="26060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8425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7063" y="3497534"/>
            <a:ext cx="9144000" cy="165576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42861"/>
            <a:ext cx="12192000" cy="130138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>
            <a:stCxn id="5" idx="1"/>
            <a:endCxn id="5" idx="3"/>
          </p:cNvCxnSpPr>
          <p:nvPr/>
        </p:nvCxnSpPr>
        <p:spPr>
          <a:xfrm>
            <a:off x="0" y="693555"/>
            <a:ext cx="12192000" cy="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25934" y="1401399"/>
            <a:ext cx="11947004" cy="5385165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988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CALCULATED COLUMNS</a:t>
            </a:r>
            <a:br>
              <a:rPr lang="en-US" dirty="0" smtClean="0"/>
            </a:br>
            <a:r>
              <a:rPr lang="en-US" dirty="0" smtClean="0"/>
              <a:t>GRADE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Grade = SWITCH(TRUE(), [Score] &gt;=90, "EE1", [Score] &gt;=81, "EE2", [Score] &gt;=71, "ME1", [Score]&gt;=61, "ME2", [Score]&gt;=51, "AE1", [Score]&gt;=40, "AE2", "BE")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CREATE A MEASURE-New table</a:t>
            </a:r>
            <a:br>
              <a:rPr lang="en-US" dirty="0" smtClean="0"/>
            </a:br>
            <a:r>
              <a:rPr lang="en-US" dirty="0" smtClean="0"/>
              <a:t>1. Measure Total number of students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370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MALE STD PERCENTAGE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Male Students = </a:t>
            </a:r>
          </a:p>
          <a:p>
            <a:r>
              <a:rPr lang="en-US" dirty="0"/>
              <a:t>VAR </a:t>
            </a:r>
            <a:r>
              <a:rPr lang="en-US" dirty="0" err="1"/>
              <a:t>MaleCount</a:t>
            </a:r>
            <a:r>
              <a:rPr lang="en-US" dirty="0"/>
              <a:t> = CALCULATE([No of Students], </a:t>
            </a:r>
            <a:r>
              <a:rPr lang="en-US" dirty="0" err="1"/>
              <a:t>StudentsPerformance</a:t>
            </a:r>
            <a:r>
              <a:rPr lang="en-US" dirty="0"/>
              <a:t>[Gender] = "male")</a:t>
            </a:r>
          </a:p>
          <a:p>
            <a:r>
              <a:rPr lang="en-US" dirty="0"/>
              <a:t>VAR </a:t>
            </a:r>
            <a:r>
              <a:rPr lang="en-US" dirty="0" err="1"/>
              <a:t>TotalCount</a:t>
            </a:r>
            <a:r>
              <a:rPr lang="en-US" dirty="0"/>
              <a:t> = [No of Students]</a:t>
            </a:r>
          </a:p>
          <a:p>
            <a:r>
              <a:rPr lang="en-US" dirty="0"/>
              <a:t>VAR </a:t>
            </a:r>
            <a:r>
              <a:rPr lang="en-US" dirty="0" err="1" smtClean="0"/>
              <a:t>MalePercentage</a:t>
            </a:r>
            <a:r>
              <a:rPr lang="en-US" dirty="0" smtClean="0"/>
              <a:t> </a:t>
            </a:r>
            <a:r>
              <a:rPr lang="en-US" dirty="0"/>
              <a:t>= DIVIDE(</a:t>
            </a:r>
            <a:r>
              <a:rPr lang="en-US" dirty="0" err="1"/>
              <a:t>MaleCount</a:t>
            </a:r>
            <a:r>
              <a:rPr lang="en-US" dirty="0"/>
              <a:t>, </a:t>
            </a:r>
            <a:r>
              <a:rPr lang="en-US" dirty="0" err="1"/>
              <a:t>TotalCount</a:t>
            </a:r>
            <a:r>
              <a:rPr lang="en-US" dirty="0"/>
              <a:t>, 0)</a:t>
            </a:r>
          </a:p>
          <a:p>
            <a:r>
              <a:rPr lang="en-US" dirty="0"/>
              <a:t>RETURN</a:t>
            </a:r>
          </a:p>
          <a:p>
            <a:r>
              <a:rPr lang="en-US" dirty="0"/>
              <a:t>    </a:t>
            </a:r>
            <a:r>
              <a:rPr lang="en-US" dirty="0" smtClean="0"/>
              <a:t>FORMAT(</a:t>
            </a:r>
            <a:r>
              <a:rPr lang="en-US" dirty="0" err="1" smtClean="0"/>
              <a:t>MalePercentage</a:t>
            </a:r>
            <a:r>
              <a:rPr lang="en-US" dirty="0"/>
              <a:t>, "0.0%")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Group all the measures to one full DAR Base measure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631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2116</TotalTime>
  <Words>103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CALCULATED COLUMNS GRADE</vt:lpstr>
      <vt:lpstr>MALE STD PERCENTAGE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13</cp:revision>
  <dcterms:created xsi:type="dcterms:W3CDTF">2026-05-06T16:55:54Z</dcterms:created>
  <dcterms:modified xsi:type="dcterms:W3CDTF">2026-05-11T08:35:58Z</dcterms:modified>
</cp:coreProperties>
</file>